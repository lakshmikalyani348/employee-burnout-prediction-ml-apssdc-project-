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4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5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6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theme/theme7.xml" ContentType="application/vnd.openxmlformats-officedocument.theme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theme/theme8.xml" ContentType="application/vnd.openxmlformats-officedocument.theme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654" r:id="rId4"/>
    <p:sldMasterId id="2147484700" r:id="rId5"/>
    <p:sldMasterId id="2147484804" r:id="rId6"/>
    <p:sldMasterId id="2147484952" r:id="rId7"/>
    <p:sldMasterId id="2147484969" r:id="rId8"/>
    <p:sldMasterId id="2147485020" r:id="rId9"/>
    <p:sldMasterId id="2147485032" r:id="rId10"/>
    <p:sldMasterId id="2147485049" r:id="rId11"/>
    <p:sldMasterId id="2147485066" r:id="rId12"/>
  </p:sldMasterIdLst>
  <p:notesMasterIdLst>
    <p:notesMasterId r:id="rId25"/>
  </p:notesMasterIdLst>
  <p:sldIdLst>
    <p:sldId id="257" r:id="rId13"/>
    <p:sldId id="268" r:id="rId14"/>
    <p:sldId id="259" r:id="rId15"/>
    <p:sldId id="269" r:id="rId16"/>
    <p:sldId id="261" r:id="rId17"/>
    <p:sldId id="262" r:id="rId18"/>
    <p:sldId id="263" r:id="rId19"/>
    <p:sldId id="264" r:id="rId20"/>
    <p:sldId id="265" r:id="rId21"/>
    <p:sldId id="266" r:id="rId22"/>
    <p:sldId id="270" r:id="rId23"/>
    <p:sldId id="271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FCA6045-A89D-40F1-9A71-EBA326FAEDC8}">
          <p14:sldIdLst>
            <p14:sldId id="257"/>
            <p14:sldId id="268"/>
          </p14:sldIdLst>
        </p14:section>
        <p14:section name="Untitled Section" id="{EA106FE3-0CEA-4D2A-B8C1-50432D409DD2}">
          <p14:sldIdLst>
            <p14:sldId id="259"/>
            <p14:sldId id="269"/>
            <p14:sldId id="261"/>
            <p14:sldId id="262"/>
            <p14:sldId id="263"/>
            <p14:sldId id="264"/>
            <p14:sldId id="265"/>
            <p14:sldId id="266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E279AC-3EB1-B1AD-2994-F8275073616D}" v="10" dt="2024-07-05T07:00:15.4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150" autoAdjust="0"/>
  </p:normalViewPr>
  <p:slideViewPr>
    <p:cSldViewPr snapToGrid="0">
      <p:cViewPr varScale="1">
        <p:scale>
          <a:sx n="66" d="100"/>
          <a:sy n="66" d="100"/>
        </p:scale>
        <p:origin x="6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9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5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2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theme" Target="theme/theme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7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12-07-2024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E254F1-4415-47BF-9E91-C5D4B9A3335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9955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E254F1-4415-47BF-9E91-C5D4B9A3335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6493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9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9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9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9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9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9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9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9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85249-5AF9-56BC-6EC0-ACFE7AF3B8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01C9B2-A7BF-8799-BA8F-D259C20DAE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546FB-099F-D5A2-C25C-23EBADB3E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9A103-FDC8-2044-90C4-285264ECE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2FB307-4CEB-1F0C-8A4A-D547950FF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756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CDFA8-0639-F0C1-AAFD-698E59C96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59D7F-BFDE-F756-5FD0-2213A9DA2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13727-5DFF-647D-46E6-4743A14E7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BAD14-EBA3-6BB5-9A5A-4D419D238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A4D39-5A39-EB54-A61D-500DE071A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9EAAA-7F7E-4727-8818-1609EEB674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026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94EA4-B70C-9AA6-FE14-F87A08DB9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60B4F8-09A4-210E-F86B-F5C94516B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E05D2-0A50-A0E8-C4D2-F8A5086D5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8494E-42BC-C458-2E1E-1B06B94A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03D94-DE14-9BC2-765D-BEEE9A365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039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8A7B0-CE2B-60B7-EBEA-2A464BE66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D0B65-1D84-A308-71B5-4909E91E95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E04FA6-F2A2-D2EC-ABE1-08286174B1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598D9A-D289-FE85-EED2-CADD4D1F9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7/12/2024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B1A8EA-CE2F-E545-8F79-EF0A6385D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D5B614-997C-0789-8C3F-19067A20F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774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3FFDF-20AF-7E29-2CEF-2349B2AD6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81A8BB-5216-B5C1-B785-79070C9643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C9B68A-BF01-0F77-5B1C-12BB8996B4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C25CF8-6915-EEA2-F2D3-789298F32E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B91F69-E6FF-A0CD-4BA4-55FA4D0266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C1EDDC-3E0E-7FB0-273C-DF11B7C41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7/12/2024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FF10BF-990A-0C6F-D260-F3BBB4701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33139F-5EB4-35D2-9F36-7A7B90E86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560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965BC-0F0D-3213-FA24-88731E1BA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E8EFD0-C03C-0FAB-F5F0-645E9A2B7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7/12/2024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6499A6-E526-66E1-AA29-D99F90772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90F9E8-59D9-01D9-F83B-0520B61D9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016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0CBE16-2C57-6115-083D-C645B74D5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7/12/2024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B9B75E-77F1-B527-096A-771D8C19D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F4993-1C8D-70DF-2973-592339AA3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587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E3760-4EC7-E82B-BE16-7A53F5943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5C998-6E84-D09E-8544-D3B451450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BF0581-4E45-9F38-7887-11BF126AE2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DA4F3C-3193-E85F-8621-4269E1085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884F1-FFEA-405F-9602-3DCA865EDA4E}" type="datetime1">
              <a:rPr lang="en-US" smtClean="0"/>
              <a:t>7/12/2024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D14D6C-BEBB-DAD9-E70A-AEAC271F3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790EF0-AA6E-0068-AD9F-C5566AFFC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269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2456B-3F90-98C3-FEC2-E02CB63DE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F465AF-AA27-7D8E-1E77-CF97D6E34B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968CB2-7752-EB20-32E9-B7CB445AE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804A75-3121-6A72-994B-9CFD981E7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7/12/2024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31C55F-3D0C-3BBC-2CB2-B98FC68A9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A39479-D512-A68A-CA60-566475B8A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564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CFEC6-F044-00F6-C505-F21104F62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957C30-B592-A39D-F32B-298BBB22D5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79142-99BF-C363-70E9-0FAE4D86D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4A518-8F06-B71E-D7FD-83FC5A262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3C258-4108-0E9F-10AE-CD70F9F24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607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4DD081-8030-83DB-237F-4E3226AA36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90B7E9-68CD-5838-2B71-8B25ABD446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31228-6A37-6819-5991-F994B32EB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32843-EA63-0D6D-D5D8-2C043F2A9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71B20-605F-ECFF-CD88-9D7B480B9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7698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00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9EAAA-7F7E-4727-8818-1609EEB674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38636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462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7/12/2024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1864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7/12/2024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8041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7/12/2024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3998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7/12/2024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6487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884F1-FFEA-405F-9602-3DCA865EDA4E}" type="datetime1">
              <a:rPr lang="en-US" smtClean="0"/>
              <a:t>7/12/2024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365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7/12/2024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907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91243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19582286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839563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12320250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658670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57900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9341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D88E5-6AD0-A652-71E4-8F4AF2416C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268032-A2EC-7297-680E-6F5E588427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BE8E5-8F92-9815-A5D9-161370669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F1E07-606A-E177-4C91-9DA9796D5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CF591-7C57-44A8-3137-347BA1676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90796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AB9CA-8378-94A8-CC59-711ED9778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10BF1-1B45-4ED4-2E0B-04922674C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93A1D-0503-35E7-9EE3-298E3AD62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23951-B62A-EC5F-B2CA-A8FCB6732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66961-1D2D-4408-E1D7-4CDC5F330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9EAAA-7F7E-4727-8818-1609EEB674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59264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07BB-2C26-4175-AD31-794822A83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D8228-B269-DFE8-F787-DB4B97762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4186A-A6EC-12A8-32DC-897F9B728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B8883-F9CF-6C4E-65EF-903700F66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73EE9-30F9-50FB-DAA1-DC4430D94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2740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DD06D-A83A-A70A-03DF-64A4D0736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421E5-F17F-06EE-ECF8-146B05179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BBB25A-0EDA-D313-0087-5DD0A1046B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13DF18-685F-B194-1FBC-9E1569E1C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7/12/2024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1384A4-B2A9-445B-4978-FFB9FFE3D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8EB7C8-D1DC-A534-90CC-8C4740FC7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8722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1375A-86E2-1F44-D91C-8A0FBECBD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0F2C8-3EA4-FE64-5DA0-1421958CB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0261CE-0D0A-D340-FECF-5161946C9E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2CDF72-79F9-A770-6090-1D921399EA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A341CA-916C-1A47-8156-89EE5FB38A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0FC7EE-B6C0-38B9-1344-78E0C6C3B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7/12/2024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48C142-9BCE-6327-1DE2-A8D5F96FD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92C0C4-C714-97FB-CEB7-615C29CA6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37916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80708-E73E-1BEF-75E4-D1904BE38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435371-627D-AECC-99FC-5660FB3C5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7/12/2024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388F4A-D833-6785-E128-6DAB101B5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98570F-A212-638E-B90A-152C60098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64559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D33666-3FB3-06A0-C462-EF0A94E2A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7/12/2024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D5FFC8-1FFE-0B70-D515-350F846E6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681A58-C13F-2F2C-5CF9-B962827F5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7903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00446-F342-F1C3-CA8F-87776E253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18C48-B491-C8B7-29AF-54583EC2D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7FFFBA-AC93-4340-BCFF-0760E0C0C3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A90B02-C17C-FB4B-EF78-BC07C5C33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884F1-FFEA-405F-9602-3DCA865EDA4E}" type="datetime1">
              <a:rPr lang="en-US" smtClean="0"/>
              <a:t>7/12/2024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7370B5-5F7C-D66E-1DBC-4727DBD87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190B65-4CEC-03BB-F6D3-F8C51A5C1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34908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D9D4C-A698-2D80-2BA0-AC60E73CB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3487AA-CEC8-316C-12A9-39874EA69F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2B08B6-E72F-D3F1-A386-07DCEBED17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7B58F7-AF54-5F02-B772-E1B6A1D6B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7/12/2024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5D31A-C8C5-3C20-27FA-47FF429BF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6503A3-F4C8-3597-5338-CE36B1B32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5712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31697-47E8-3203-EC56-A48FA1E17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6F2FAE-5891-7425-F436-2C762D0EF4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630CB-90E2-F4B2-3677-556E37A79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50E1A-2FE1-0AA7-67B1-415645E94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CBB84-7823-AA59-F5DA-F9EE9AD14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59249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CB49F3-ED52-BBBC-DC4E-4869BAEB1C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51F6FE-0CD1-0E14-ADFA-E795B360D1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93801-2EA8-965C-51EF-799B9A591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148D3-99CF-A8C1-EAE1-83E0A392B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CDB18-3A1A-E0AB-E32B-4E4DAB5D1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3499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0722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9EAAA-7F7E-4727-8818-1609EEB674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768128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15446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7/12/2024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4602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7/12/2024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49581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7/12/2024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60384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7/12/2024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5680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884F1-FFEA-405F-9602-3DCA865EDA4E}" type="datetime1">
              <a:rPr lang="en-US" smtClean="0"/>
              <a:t>7/12/2024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46445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7/12/2024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26926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898782"/>
      </p:ext>
    </p:extLst>
  </p:cSld>
  <p:clrMapOvr>
    <a:masterClrMapping/>
  </p:clrMapOvr>
  <p:hf sldNum="0"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80498275"/>
      </p:ext>
    </p:extLst>
  </p:cSld>
  <p:clrMapOvr>
    <a:masterClrMapping/>
  </p:clrMapOvr>
  <p:hf sldNum="0"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519147"/>
      </p:ext>
    </p:extLst>
  </p:cSld>
  <p:clrMapOvr>
    <a:masterClrMapping/>
  </p:clrMapOvr>
  <p:hf sldNum="0"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83530991"/>
      </p:ext>
    </p:extLst>
  </p:cSld>
  <p:clrMapOvr>
    <a:masterClrMapping/>
  </p:clrMapOvr>
  <p:hf sldNum="0"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63026"/>
      </p:ext>
    </p:extLst>
  </p:cSld>
  <p:clrMapOvr>
    <a:masterClrMapping/>
  </p:clrMapOvr>
  <p:hf sldNum="0"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52950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88536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77411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9EAAA-7F7E-4727-8818-1609EEB674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182200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7462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7/12/2024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00623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7/12/2024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03363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7/12/2024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68671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7/12/2024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46719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884F1-FFEA-405F-9602-3DCA865EDA4E}" type="datetime1">
              <a:rPr lang="en-US" smtClean="0"/>
              <a:t>7/12/2024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33490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7/12/2024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2160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216091"/>
      </p:ext>
    </p:extLst>
  </p:cSld>
  <p:clrMapOvr>
    <a:masterClrMapping/>
  </p:clrMapOvr>
  <p:hf sldNum="0" hdr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14873389"/>
      </p:ext>
    </p:extLst>
  </p:cSld>
  <p:clrMapOvr>
    <a:masterClrMapping/>
  </p:clrMapOvr>
  <p:hf sldNum="0" hdr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122299"/>
      </p:ext>
    </p:extLst>
  </p:cSld>
  <p:clrMapOvr>
    <a:masterClrMapping/>
  </p:clrMapOvr>
  <p:hf sldNum="0" hdr="0" ft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32584736"/>
      </p:ext>
    </p:extLst>
  </p:cSld>
  <p:clrMapOvr>
    <a:masterClrMapping/>
  </p:clrMapOvr>
  <p:hf sldNum="0" hdr="0" ft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375209"/>
      </p:ext>
    </p:extLst>
  </p:cSld>
  <p:clrMapOvr>
    <a:masterClrMapping/>
  </p:clrMapOvr>
  <p:hf sldNum="0" hdr="0" ft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81476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52483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557754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9EAAA-7F7E-4727-8818-1609EEB674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16018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935468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7/12/2024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71645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7/12/2024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37585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7/12/2024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18241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7/12/2024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940053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884F1-FFEA-405F-9602-3DCA865EDA4E}" type="datetime1">
              <a:rPr lang="en-US" smtClean="0"/>
              <a:t>7/12/2024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587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7/12/2024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624832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32273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6552067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70193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9EAAA-7F7E-4727-8818-1609EEB674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458760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94901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7/12/2024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487884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7/12/2024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643782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7/12/2024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0906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7/12/2024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065338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884F1-FFEA-405F-9602-3DCA865EDA4E}" type="datetime1">
              <a:rPr lang="en-US" smtClean="0"/>
              <a:t>7/12/2024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125921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7/12/2024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75717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772965"/>
      </p:ext>
    </p:extLst>
  </p:cSld>
  <p:clrMapOvr>
    <a:masterClrMapping/>
  </p:clrMapOvr>
  <p:hf sldNum="0" hdr="0" ftr="0" dt="0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44012752"/>
      </p:ext>
    </p:extLst>
  </p:cSld>
  <p:clrMapOvr>
    <a:masterClrMapping/>
  </p:clrMapOvr>
  <p:hf sldNum="0" hdr="0" ftr="0" dt="0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144201"/>
      </p:ext>
    </p:extLst>
  </p:cSld>
  <p:clrMapOvr>
    <a:masterClrMapping/>
  </p:clrMapOvr>
  <p:hf sldNum="0" hdr="0" ftr="0" dt="0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19332432"/>
      </p:ext>
    </p:extLst>
  </p:cSld>
  <p:clrMapOvr>
    <a:masterClrMapping/>
  </p:clrMapOvr>
  <p:hf sldNum="0" hdr="0" ftr="0" dt="0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590788"/>
      </p:ext>
    </p:extLst>
  </p:cSld>
  <p:clrMapOvr>
    <a:masterClrMapping/>
  </p:clrMapOvr>
  <p:hf sldNum="0" hdr="0" ftr="0" dt="0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426907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27217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760087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9EAAA-7F7E-4727-8818-1609EEB674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058934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802638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7/12/2024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383439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7/12/2024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974416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7/12/2024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375633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7/12/2024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856721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884F1-FFEA-405F-9602-3DCA865EDA4E}" type="datetime1">
              <a:rPr lang="en-US" smtClean="0"/>
              <a:t>7/12/2024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502726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7/12/2024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856355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868000"/>
      </p:ext>
    </p:extLst>
  </p:cSld>
  <p:clrMapOvr>
    <a:masterClrMapping/>
  </p:clrMapOvr>
  <p:hf sldNum="0" hdr="0" ftr="0" dt="0"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12300845"/>
      </p:ext>
    </p:extLst>
  </p:cSld>
  <p:clrMapOvr>
    <a:masterClrMapping/>
  </p:clrMapOvr>
  <p:hf sldNum="0" hdr="0" ftr="0" dt="0"/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855208"/>
      </p:ext>
    </p:extLst>
  </p:cSld>
  <p:clrMapOvr>
    <a:masterClrMapping/>
  </p:clrMapOvr>
  <p:hf sldNum="0" hdr="0" ftr="0" dt="0"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95319364"/>
      </p:ext>
    </p:extLst>
  </p:cSld>
  <p:clrMapOvr>
    <a:masterClrMapping/>
  </p:clrMapOvr>
  <p:hf sldNum="0" hdr="0" ftr="0" dt="0"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07731"/>
      </p:ext>
    </p:extLst>
  </p:cSld>
  <p:clrMapOvr>
    <a:masterClrMapping/>
  </p:clrMapOvr>
  <p:hf sldNum="0" hdr="0" ftr="0" dt="0"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432271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422438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537795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9EAAA-7F7E-4727-8818-1609EEB674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610962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84246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7/12/2024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014289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7/12/2024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727195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7/12/2024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16064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7/12/2024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549501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884F1-FFEA-405F-9602-3DCA865EDA4E}" type="datetime1">
              <a:rPr lang="en-US" smtClean="0"/>
              <a:t>7/12/2024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824757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7/12/2024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738006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860938"/>
      </p:ext>
    </p:extLst>
  </p:cSld>
  <p:clrMapOvr>
    <a:masterClrMapping/>
  </p:clrMapOvr>
  <p:hf sldNum="0" hdr="0" ftr="0" dt="0"/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948300"/>
      </p:ext>
    </p:extLst>
  </p:cSld>
  <p:clrMapOvr>
    <a:masterClrMapping/>
  </p:clrMapOvr>
  <p:hf sldNum="0" hdr="0" ftr="0" dt="0"/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664784"/>
      </p:ext>
    </p:extLst>
  </p:cSld>
  <p:clrMapOvr>
    <a:masterClrMapping/>
  </p:clrMapOvr>
  <p:hf sldNum="0" hdr="0" ftr="0" dt="0"/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746970"/>
      </p:ext>
    </p:extLst>
  </p:cSld>
  <p:clrMapOvr>
    <a:masterClrMapping/>
  </p:clrMapOvr>
  <p:hf sldNum="0" hdr="0" ftr="0" dt="0"/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135550"/>
      </p:ext>
    </p:extLst>
  </p:cSld>
  <p:clrMapOvr>
    <a:masterClrMapping/>
  </p:clrMapOvr>
  <p:hf sldNum="0" hdr="0" ftr="0" dt="0"/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780541"/>
      </p:ext>
    </p:extLst>
  </p:cSld>
  <p:clrMapOvr>
    <a:masterClrMapping/>
  </p:clrMapOvr>
  <p:hf sldNum="0" hdr="0" ftr="0" dt="0"/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2CED4963-E985-44C4-B8C4-FDD613B7C2F8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796995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080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7.xml"/><Relationship Id="rId3" Type="http://schemas.openxmlformats.org/officeDocument/2006/relationships/slideLayout" Target="../slideLayouts/slideLayout57.xml"/><Relationship Id="rId7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6.xml"/><Relationship Id="rId17" Type="http://schemas.openxmlformats.org/officeDocument/2006/relationships/theme" Target="../theme/theme5.xml"/><Relationship Id="rId2" Type="http://schemas.openxmlformats.org/officeDocument/2006/relationships/slideLayout" Target="../slideLayouts/slideLayout56.xml"/><Relationship Id="rId16" Type="http://schemas.openxmlformats.org/officeDocument/2006/relationships/slideLayout" Target="../slideLayouts/slideLayout70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5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64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8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13" Type="http://schemas.openxmlformats.org/officeDocument/2006/relationships/slideLayout" Target="../slideLayouts/slideLayout94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slideLayout" Target="../slideLayouts/slideLayout93.xml"/><Relationship Id="rId17" Type="http://schemas.openxmlformats.org/officeDocument/2006/relationships/theme" Target="../theme/theme7.xml"/><Relationship Id="rId2" Type="http://schemas.openxmlformats.org/officeDocument/2006/relationships/slideLayout" Target="../slideLayouts/slideLayout83.xml"/><Relationship Id="rId16" Type="http://schemas.openxmlformats.org/officeDocument/2006/relationships/slideLayout" Target="../slideLayouts/slideLayout97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5" Type="http://schemas.openxmlformats.org/officeDocument/2006/relationships/slideLayout" Target="../slideLayouts/slideLayout9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Relationship Id="rId14" Type="http://schemas.openxmlformats.org/officeDocument/2006/relationships/slideLayout" Target="../slideLayouts/slideLayout9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5.xml"/><Relationship Id="rId13" Type="http://schemas.openxmlformats.org/officeDocument/2006/relationships/slideLayout" Target="../slideLayouts/slideLayout110.xml"/><Relationship Id="rId3" Type="http://schemas.openxmlformats.org/officeDocument/2006/relationships/slideLayout" Target="../slideLayouts/slideLayout100.xml"/><Relationship Id="rId7" Type="http://schemas.openxmlformats.org/officeDocument/2006/relationships/slideLayout" Target="../slideLayouts/slideLayout104.xml"/><Relationship Id="rId12" Type="http://schemas.openxmlformats.org/officeDocument/2006/relationships/slideLayout" Target="../slideLayouts/slideLayout109.xml"/><Relationship Id="rId17" Type="http://schemas.openxmlformats.org/officeDocument/2006/relationships/theme" Target="../theme/theme8.xml"/><Relationship Id="rId2" Type="http://schemas.openxmlformats.org/officeDocument/2006/relationships/slideLayout" Target="../slideLayouts/slideLayout99.xml"/><Relationship Id="rId16" Type="http://schemas.openxmlformats.org/officeDocument/2006/relationships/slideLayout" Target="../slideLayouts/slideLayout113.xml"/><Relationship Id="rId1" Type="http://schemas.openxmlformats.org/officeDocument/2006/relationships/slideLayout" Target="../slideLayouts/slideLayout98.xml"/><Relationship Id="rId6" Type="http://schemas.openxmlformats.org/officeDocument/2006/relationships/slideLayout" Target="../slideLayouts/slideLayout103.xml"/><Relationship Id="rId11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112.xml"/><Relationship Id="rId10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101.xml"/><Relationship Id="rId9" Type="http://schemas.openxmlformats.org/officeDocument/2006/relationships/slideLayout" Target="../slideLayouts/slideLayout106.xml"/><Relationship Id="rId14" Type="http://schemas.openxmlformats.org/officeDocument/2006/relationships/slideLayout" Target="../slideLayouts/slideLayout111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1.xml"/><Relationship Id="rId13" Type="http://schemas.openxmlformats.org/officeDocument/2006/relationships/slideLayout" Target="../slideLayouts/slideLayout126.xml"/><Relationship Id="rId18" Type="http://schemas.openxmlformats.org/officeDocument/2006/relationships/theme" Target="../theme/theme9.xml"/><Relationship Id="rId3" Type="http://schemas.openxmlformats.org/officeDocument/2006/relationships/slideLayout" Target="../slideLayouts/slideLayout116.xml"/><Relationship Id="rId7" Type="http://schemas.openxmlformats.org/officeDocument/2006/relationships/slideLayout" Target="../slideLayouts/slideLayout120.xml"/><Relationship Id="rId12" Type="http://schemas.openxmlformats.org/officeDocument/2006/relationships/slideLayout" Target="../slideLayouts/slideLayout125.xml"/><Relationship Id="rId17" Type="http://schemas.openxmlformats.org/officeDocument/2006/relationships/slideLayout" Target="../slideLayouts/slideLayout130.xml"/><Relationship Id="rId2" Type="http://schemas.openxmlformats.org/officeDocument/2006/relationships/slideLayout" Target="../slideLayouts/slideLayout115.xml"/><Relationship Id="rId16" Type="http://schemas.openxmlformats.org/officeDocument/2006/relationships/slideLayout" Target="../slideLayouts/slideLayout129.xml"/><Relationship Id="rId1" Type="http://schemas.openxmlformats.org/officeDocument/2006/relationships/slideLayout" Target="../slideLayouts/slideLayout114.xml"/><Relationship Id="rId6" Type="http://schemas.openxmlformats.org/officeDocument/2006/relationships/slideLayout" Target="../slideLayouts/slideLayout119.xml"/><Relationship Id="rId11" Type="http://schemas.openxmlformats.org/officeDocument/2006/relationships/slideLayout" Target="../slideLayouts/slideLayout124.xml"/><Relationship Id="rId5" Type="http://schemas.openxmlformats.org/officeDocument/2006/relationships/slideLayout" Target="../slideLayouts/slideLayout118.xml"/><Relationship Id="rId15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23.xml"/><Relationship Id="rId19" Type="http://schemas.openxmlformats.org/officeDocument/2006/relationships/image" Target="../media/image2.jpeg"/><Relationship Id="rId4" Type="http://schemas.openxmlformats.org/officeDocument/2006/relationships/slideLayout" Target="../slideLayouts/slideLayout117.xml"/><Relationship Id="rId9" Type="http://schemas.openxmlformats.org/officeDocument/2006/relationships/slideLayout" Target="../slideLayouts/slideLayout122.xml"/><Relationship Id="rId14" Type="http://schemas.openxmlformats.org/officeDocument/2006/relationships/slideLayout" Target="../slideLayouts/slideLayout1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641E8B-55F6-68E4-E190-426F35451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B2CAB-5A82-7959-884B-085B46A2A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47BC0-CCFC-AD44-4606-8A0FBFE451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1208F-D21F-15E3-F928-A84D2F1DE0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0983E-F10C-4C50-4EEC-1BF29BBBE9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691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55" r:id="rId1"/>
    <p:sldLayoutId id="2147484656" r:id="rId2"/>
    <p:sldLayoutId id="2147484657" r:id="rId3"/>
    <p:sldLayoutId id="2147484658" r:id="rId4"/>
    <p:sldLayoutId id="2147484659" r:id="rId5"/>
    <p:sldLayoutId id="2147484660" r:id="rId6"/>
    <p:sldLayoutId id="2147484661" r:id="rId7"/>
    <p:sldLayoutId id="2147484662" r:id="rId8"/>
    <p:sldLayoutId id="2147484663" r:id="rId9"/>
    <p:sldLayoutId id="2147484664" r:id="rId10"/>
    <p:sldLayoutId id="214748466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2338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701" r:id="rId1"/>
    <p:sldLayoutId id="2147484702" r:id="rId2"/>
    <p:sldLayoutId id="2147484703" r:id="rId3"/>
    <p:sldLayoutId id="2147484704" r:id="rId4"/>
    <p:sldLayoutId id="2147484705" r:id="rId5"/>
    <p:sldLayoutId id="2147484706" r:id="rId6"/>
    <p:sldLayoutId id="2147484707" r:id="rId7"/>
    <p:sldLayoutId id="2147484708" r:id="rId8"/>
    <p:sldLayoutId id="2147484709" r:id="rId9"/>
    <p:sldLayoutId id="2147484710" r:id="rId10"/>
    <p:sldLayoutId id="2147484711" r:id="rId11"/>
    <p:sldLayoutId id="2147484712" r:id="rId12"/>
    <p:sldLayoutId id="2147484713" r:id="rId13"/>
    <p:sldLayoutId id="2147484714" r:id="rId14"/>
    <p:sldLayoutId id="2147484715" r:id="rId15"/>
    <p:sldLayoutId id="2147484716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31EC6A-7BB6-7817-4C42-BB1A71C0B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D33C12-BE2C-4B68-A192-FA7E079EE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CF5BF-5541-6DF6-9598-2FD371F45C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E28FD-0177-1202-AE79-CFDDEC906E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24B58-110D-4D56-E017-9FD4C0D88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574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05" r:id="rId1"/>
    <p:sldLayoutId id="2147484806" r:id="rId2"/>
    <p:sldLayoutId id="2147484807" r:id="rId3"/>
    <p:sldLayoutId id="2147484808" r:id="rId4"/>
    <p:sldLayoutId id="2147484809" r:id="rId5"/>
    <p:sldLayoutId id="2147484810" r:id="rId6"/>
    <p:sldLayoutId id="2147484811" r:id="rId7"/>
    <p:sldLayoutId id="2147484812" r:id="rId8"/>
    <p:sldLayoutId id="2147484813" r:id="rId9"/>
    <p:sldLayoutId id="2147484814" r:id="rId10"/>
    <p:sldLayoutId id="214748481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490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53" r:id="rId1"/>
    <p:sldLayoutId id="2147484954" r:id="rId2"/>
    <p:sldLayoutId id="2147484955" r:id="rId3"/>
    <p:sldLayoutId id="2147484956" r:id="rId4"/>
    <p:sldLayoutId id="2147484957" r:id="rId5"/>
    <p:sldLayoutId id="2147484958" r:id="rId6"/>
    <p:sldLayoutId id="2147484959" r:id="rId7"/>
    <p:sldLayoutId id="2147484960" r:id="rId8"/>
    <p:sldLayoutId id="2147484961" r:id="rId9"/>
    <p:sldLayoutId id="2147484962" r:id="rId10"/>
    <p:sldLayoutId id="2147484963" r:id="rId11"/>
    <p:sldLayoutId id="2147484964" r:id="rId12"/>
    <p:sldLayoutId id="2147484965" r:id="rId13"/>
    <p:sldLayoutId id="2147484966" r:id="rId14"/>
    <p:sldLayoutId id="2147484967" r:id="rId15"/>
    <p:sldLayoutId id="2147484968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384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70" r:id="rId1"/>
    <p:sldLayoutId id="2147484971" r:id="rId2"/>
    <p:sldLayoutId id="2147484972" r:id="rId3"/>
    <p:sldLayoutId id="2147484973" r:id="rId4"/>
    <p:sldLayoutId id="2147484974" r:id="rId5"/>
    <p:sldLayoutId id="2147484975" r:id="rId6"/>
    <p:sldLayoutId id="2147484976" r:id="rId7"/>
    <p:sldLayoutId id="2147484977" r:id="rId8"/>
    <p:sldLayoutId id="2147484978" r:id="rId9"/>
    <p:sldLayoutId id="2147484979" r:id="rId10"/>
    <p:sldLayoutId id="2147484980" r:id="rId11"/>
    <p:sldLayoutId id="2147484981" r:id="rId12"/>
    <p:sldLayoutId id="2147484982" r:id="rId13"/>
    <p:sldLayoutId id="2147484983" r:id="rId14"/>
    <p:sldLayoutId id="2147484984" r:id="rId15"/>
    <p:sldLayoutId id="2147484985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2676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21" r:id="rId1"/>
    <p:sldLayoutId id="2147485022" r:id="rId2"/>
    <p:sldLayoutId id="2147485023" r:id="rId3"/>
    <p:sldLayoutId id="2147485024" r:id="rId4"/>
    <p:sldLayoutId id="2147485025" r:id="rId5"/>
    <p:sldLayoutId id="2147485026" r:id="rId6"/>
    <p:sldLayoutId id="2147485027" r:id="rId7"/>
    <p:sldLayoutId id="2147485028" r:id="rId8"/>
    <p:sldLayoutId id="2147485029" r:id="rId9"/>
    <p:sldLayoutId id="2147485030" r:id="rId10"/>
    <p:sldLayoutId id="2147485031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524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33" r:id="rId1"/>
    <p:sldLayoutId id="2147485034" r:id="rId2"/>
    <p:sldLayoutId id="2147485035" r:id="rId3"/>
    <p:sldLayoutId id="2147485036" r:id="rId4"/>
    <p:sldLayoutId id="2147485037" r:id="rId5"/>
    <p:sldLayoutId id="2147485038" r:id="rId6"/>
    <p:sldLayoutId id="2147485039" r:id="rId7"/>
    <p:sldLayoutId id="2147485040" r:id="rId8"/>
    <p:sldLayoutId id="2147485041" r:id="rId9"/>
    <p:sldLayoutId id="2147485042" r:id="rId10"/>
    <p:sldLayoutId id="2147485043" r:id="rId11"/>
    <p:sldLayoutId id="2147485044" r:id="rId12"/>
    <p:sldLayoutId id="2147485045" r:id="rId13"/>
    <p:sldLayoutId id="2147485046" r:id="rId14"/>
    <p:sldLayoutId id="2147485047" r:id="rId15"/>
    <p:sldLayoutId id="2147485048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869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50" r:id="rId1"/>
    <p:sldLayoutId id="2147485051" r:id="rId2"/>
    <p:sldLayoutId id="2147485052" r:id="rId3"/>
    <p:sldLayoutId id="2147485053" r:id="rId4"/>
    <p:sldLayoutId id="2147485054" r:id="rId5"/>
    <p:sldLayoutId id="2147485055" r:id="rId6"/>
    <p:sldLayoutId id="2147485056" r:id="rId7"/>
    <p:sldLayoutId id="2147485057" r:id="rId8"/>
    <p:sldLayoutId id="2147485058" r:id="rId9"/>
    <p:sldLayoutId id="2147485059" r:id="rId10"/>
    <p:sldLayoutId id="2147485060" r:id="rId11"/>
    <p:sldLayoutId id="2147485061" r:id="rId12"/>
    <p:sldLayoutId id="2147485062" r:id="rId13"/>
    <p:sldLayoutId id="2147485063" r:id="rId14"/>
    <p:sldLayoutId id="2147485064" r:id="rId15"/>
    <p:sldLayoutId id="2147485065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ED291B17-9318-49DB-B28B-6E5994AE9581}" type="datetime1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16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67" r:id="rId1"/>
    <p:sldLayoutId id="2147485068" r:id="rId2"/>
    <p:sldLayoutId id="2147485069" r:id="rId3"/>
    <p:sldLayoutId id="2147485070" r:id="rId4"/>
    <p:sldLayoutId id="2147485071" r:id="rId5"/>
    <p:sldLayoutId id="2147485072" r:id="rId6"/>
    <p:sldLayoutId id="2147485073" r:id="rId7"/>
    <p:sldLayoutId id="2147485074" r:id="rId8"/>
    <p:sldLayoutId id="2147485075" r:id="rId9"/>
    <p:sldLayoutId id="2147485076" r:id="rId10"/>
    <p:sldLayoutId id="2147485077" r:id="rId11"/>
    <p:sldLayoutId id="2147485078" r:id="rId12"/>
    <p:sldLayoutId id="2147485079" r:id="rId13"/>
    <p:sldLayoutId id="2147485080" r:id="rId14"/>
    <p:sldLayoutId id="2147485081" r:id="rId15"/>
    <p:sldLayoutId id="2147485082" r:id="rId16"/>
    <p:sldLayoutId id="2147485083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8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kills.yourlearning.ibm.com/activity/PLAN-3E9AB40DB051" TargetMode="External"/><Relationship Id="rId2" Type="http://schemas.openxmlformats.org/officeDocument/2006/relationships/hyperlink" Target="https://www.linkedin.com/in/lakshmi-kalyani-rasamsetti-404920316" TargetMode="External"/><Relationship Id="rId1" Type="http://schemas.openxmlformats.org/officeDocument/2006/relationships/slideLayout" Target="../slideLayouts/slideLayout29.xml"/><Relationship Id="rId5" Type="http://schemas.openxmlformats.org/officeDocument/2006/relationships/hyperlink" Target="https://skills.yourlearning.ibm.com/activity/PLAN-04138CD348A7" TargetMode="External"/><Relationship Id="rId4" Type="http://schemas.openxmlformats.org/officeDocument/2006/relationships/hyperlink" Target="https://colab.research.google.com/drive/1ABVIficcZyuNAO9XJSMcyTcAdc828OSG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157" y="-285480"/>
            <a:ext cx="8596668" cy="1434527"/>
          </a:xfrm>
        </p:spPr>
        <p:txBody>
          <a:bodyPr>
            <a:normAutofit/>
          </a:bodyPr>
          <a:lstStyle/>
          <a:p>
            <a:r>
              <a:rPr lang="en-GB" sz="3600" dirty="0"/>
              <a:t>          </a:t>
            </a:r>
            <a:br>
              <a:rPr lang="en-GB" sz="3600" dirty="0"/>
            </a:br>
            <a:r>
              <a:rPr lang="en-GB" sz="3600" dirty="0"/>
              <a:t>             </a:t>
            </a:r>
            <a:r>
              <a:rPr lang="en-GB" sz="3600" b="1" u="sng" dirty="0">
                <a:solidFill>
                  <a:srgbClr val="FF0000"/>
                </a:solidFill>
              </a:rPr>
              <a:t>S</a:t>
            </a:r>
            <a:r>
              <a:rPr lang="en-GB" b="1" u="sng" dirty="0">
                <a:solidFill>
                  <a:srgbClr val="FF0000"/>
                </a:solidFill>
              </a:rPr>
              <a:t>TUDENT</a:t>
            </a:r>
            <a:r>
              <a:rPr lang="en-GB" b="1" dirty="0">
                <a:solidFill>
                  <a:srgbClr val="FF0000"/>
                </a:solidFill>
              </a:rPr>
              <a:t> 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b="1" u="sng" dirty="0">
                <a:solidFill>
                  <a:srgbClr val="FF0000"/>
                </a:solidFill>
              </a:rPr>
              <a:t>DETAILS</a:t>
            </a:r>
            <a:endParaRPr lang="en-US" b="1" u="sng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5A4E38-5FD6-BDB4-578B-62BE41C44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810" y="1514806"/>
            <a:ext cx="10089362" cy="517337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sz="4400" dirty="0">
                <a:solidFill>
                  <a:schemeClr val="tx1"/>
                </a:solidFill>
              </a:rPr>
              <a:t>     Name             :    R. Lakshmi Kalyani</a:t>
            </a:r>
          </a:p>
          <a:p>
            <a:pPr marL="0" indent="0">
              <a:buNone/>
            </a:pPr>
            <a:r>
              <a:rPr lang="en-IN" sz="4400" dirty="0">
                <a:solidFill>
                  <a:schemeClr val="tx1"/>
                </a:solidFill>
              </a:rPr>
              <a:t>      ID                 :     22JN1A4311</a:t>
            </a:r>
          </a:p>
          <a:p>
            <a:pPr marL="0" indent="0">
              <a:buNone/>
            </a:pPr>
            <a:r>
              <a:rPr lang="en-IN" sz="4400" dirty="0">
                <a:solidFill>
                  <a:schemeClr val="tx1"/>
                </a:solidFill>
              </a:rPr>
              <a:t>     Collage          :     KIET (women)</a:t>
            </a:r>
          </a:p>
          <a:p>
            <a:pPr marL="0" indent="0">
              <a:buNone/>
            </a:pPr>
            <a:r>
              <a:rPr lang="en-IN" sz="4400" dirty="0">
                <a:solidFill>
                  <a:schemeClr val="tx1"/>
                </a:solidFill>
              </a:rPr>
              <a:t>      Domain         :     ARTIFICAL INTELLIGENCE  (CSE-AI)  </a:t>
            </a:r>
          </a:p>
          <a:p>
            <a:pPr marL="0" indent="0">
              <a:buNone/>
            </a:pPr>
            <a:r>
              <a:rPr lang="en-IN" sz="4400" dirty="0">
                <a:solidFill>
                  <a:schemeClr val="tx1"/>
                </a:solidFill>
              </a:rPr>
              <a:t>       State           :      Andhra Pradesh (A.P)</a:t>
            </a:r>
          </a:p>
          <a:p>
            <a:pPr marL="0" indent="0">
              <a:buNone/>
            </a:pPr>
            <a:r>
              <a:rPr lang="en-IN" sz="4400" dirty="0">
                <a:solidFill>
                  <a:schemeClr val="tx1"/>
                </a:solidFill>
              </a:rPr>
              <a:t>      District         :     Kakinada</a:t>
            </a:r>
          </a:p>
          <a:p>
            <a:pPr marL="0" indent="0">
              <a:buNone/>
            </a:pPr>
            <a:r>
              <a:rPr lang="en-IN" sz="4400" dirty="0">
                <a:solidFill>
                  <a:schemeClr val="tx1"/>
                </a:solidFill>
              </a:rPr>
              <a:t>       E-mail         : lakshmikalyanirasamsetti@gmail.com</a:t>
            </a:r>
          </a:p>
          <a:p>
            <a:pPr marL="0" indent="0">
              <a:buNone/>
            </a:pPr>
            <a:r>
              <a:rPr lang="en-IN" sz="4400" dirty="0">
                <a:solidFill>
                  <a:schemeClr val="tx1"/>
                </a:solidFill>
              </a:rPr>
              <a:t>                      </a:t>
            </a:r>
          </a:p>
          <a:p>
            <a:pPr marL="0" indent="0">
              <a:buNone/>
            </a:pPr>
            <a:r>
              <a:rPr lang="en-IN" sz="4400" dirty="0">
                <a:solidFill>
                  <a:schemeClr val="tx1"/>
                </a:solidFill>
              </a:rPr>
              <a:t>     internship start date </a:t>
            </a:r>
          </a:p>
          <a:p>
            <a:pPr marL="0" indent="0">
              <a:buNone/>
            </a:pPr>
            <a:r>
              <a:rPr lang="en-IN" sz="4400" dirty="0">
                <a:solidFill>
                  <a:schemeClr val="tx1"/>
                </a:solidFill>
              </a:rPr>
              <a:t>                        :  3/6/2024</a:t>
            </a:r>
          </a:p>
          <a:p>
            <a:pPr marL="0" indent="0">
              <a:buNone/>
            </a:pPr>
            <a:r>
              <a:rPr lang="en-IN" sz="4400" dirty="0">
                <a:solidFill>
                  <a:schemeClr val="tx1"/>
                </a:solidFill>
              </a:rPr>
              <a:t>     internship end date</a:t>
            </a:r>
          </a:p>
          <a:p>
            <a:pPr marL="0" indent="0">
              <a:buNone/>
            </a:pPr>
            <a:r>
              <a:rPr lang="en-IN" sz="4400" dirty="0">
                <a:solidFill>
                  <a:schemeClr val="tx1"/>
                </a:solidFill>
              </a:rPr>
              <a:t>                        :  15/7/2024</a:t>
            </a:r>
          </a:p>
          <a:p>
            <a:pPr marL="0" indent="0">
              <a:buNone/>
            </a:pPr>
            <a:endParaRPr lang="en-IN" sz="4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N" sz="4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N" sz="4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N" sz="4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N" sz="4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N" sz="4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N" sz="4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76228C-7BD7-40FE-D83B-942F36020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0579" y="279132"/>
            <a:ext cx="3851000" cy="6426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FCE2B-0B83-6A90-C1CD-C47EBB2A9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PROJECT TITLE / 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09259-4905-8A89-5C64-0F70AAE14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343" y="2412273"/>
            <a:ext cx="11303725" cy="41191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0000"/>
                </a:solidFill>
              </a:rPr>
              <a:t>                        EMPLOYEE  BURNOUT</a:t>
            </a:r>
          </a:p>
          <a:p>
            <a:pPr marL="0" indent="0">
              <a:buNone/>
            </a:pPr>
            <a:r>
              <a:rPr lang="en-US" sz="3600" b="1" dirty="0">
                <a:solidFill>
                  <a:srgbClr val="FF0000"/>
                </a:solidFill>
              </a:rPr>
              <a:t>                              PREDICTION</a:t>
            </a:r>
          </a:p>
          <a:p>
            <a:pPr marL="0" indent="0">
              <a:buNone/>
            </a:pPr>
            <a:r>
              <a:rPr lang="en-US" sz="3600" b="1" dirty="0">
                <a:solidFill>
                  <a:srgbClr val="FF0000"/>
                </a:solidFill>
              </a:rPr>
              <a:t>                  USING  LINEAR  REGRESSION</a:t>
            </a:r>
          </a:p>
          <a:p>
            <a:pPr marL="0" indent="0">
              <a:buNone/>
            </a:pPr>
            <a:endParaRPr lang="en-US" sz="2600" b="1" i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600" b="1" i="1" dirty="0">
                <a:solidFill>
                  <a:srgbClr val="002060"/>
                </a:solidFill>
              </a:rPr>
              <a:t> employee burnout levels using linear regression. Employee burnout is a state of physical, emotional, and mental exhaustion caused by prolonged stress. Predicting burnout can help in implementing timely interventions to improve employee well-being and productivity.</a:t>
            </a:r>
          </a:p>
          <a:p>
            <a:pPr marL="0" indent="0">
              <a:buNone/>
            </a:pPr>
            <a:endParaRPr lang="en-US" sz="2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845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B2EC1-B7BF-CE7B-C9A6-7635DA95F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                           AGENDA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55F7791-3EB1-953D-5B0A-FA50D8D2B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5927" y="2289463"/>
            <a:ext cx="10211931" cy="437919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1"/>
                </a:solidFill>
              </a:rPr>
              <a:t>EMPLOYEE BURNOUT PREDICTION                  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1"/>
                </a:solidFill>
              </a:rPr>
              <a:t>DATA.HEAD( 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1"/>
                </a:solidFill>
              </a:rPr>
              <a:t>DATA.TAIL( 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1"/>
                </a:solidFill>
              </a:rPr>
              <a:t>DATA.DESCRISE( 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1"/>
                </a:solidFill>
              </a:rPr>
              <a:t>DATA.COLUMS.TOLIST( 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1"/>
                </a:solidFill>
              </a:rPr>
              <a:t>DATA.NUNIQUE ( 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1"/>
                </a:solidFill>
              </a:rPr>
              <a:t>DATA.INFO( 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1"/>
                </a:solidFill>
              </a:rPr>
              <a:t>DATA.ISNULL( ).SUM( ).VALUES.SUM( 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1"/>
                </a:solidFill>
              </a:rPr>
              <a:t>DATA CORRENUMERIC ONLY=TRUE([‘BURN RATE][:-1]</a:t>
            </a:r>
          </a:p>
        </p:txBody>
      </p:sp>
    </p:spTree>
    <p:extLst>
      <p:ext uri="{BB962C8B-B14F-4D97-AF65-F5344CB8AC3E}">
        <p14:creationId xmlns:p14="http://schemas.microsoft.com/office/powerpoint/2010/main" val="2116825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46D99-949E-245A-0CC6-A3FB12177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091" y="973668"/>
            <a:ext cx="8623276" cy="706964"/>
          </a:xfrm>
        </p:spPr>
        <p:txBody>
          <a:bodyPr/>
          <a:lstStyle/>
          <a:p>
            <a:r>
              <a:rPr lang="en-US" dirty="0"/>
              <a:t>               AGENDA (2</a:t>
            </a:r>
            <a:r>
              <a:rPr lang="en-US" baseline="30000" dirty="0"/>
              <a:t>ND</a:t>
            </a:r>
            <a:r>
              <a:rPr lang="en-US" dirty="0"/>
              <a:t> PART)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ECBEC-9B39-F491-8B5E-6E937A49D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074" y="2401455"/>
            <a:ext cx="8844540" cy="431338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SNS.PAIRPLOT(DATA)PLT.SHOW( 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PLT.SHOW( 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DATA=DATA.DROPNA( 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DATA.SHAPE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DATA.DTYPES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DATA=DATA.DROP(‘EMPLOYEE ID AXIS=1)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NUMERIC _DATA= DATA.SELECT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DTYPES(INCLUDE=[‘NUMBER’]CORRELATION=NUMERIC DATA.CORR()[‘BURN RATE’](CORRECTION)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X_RRAIN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Y_TRAIN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8421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B2EC1-B7BF-CE7B-C9A6-7635DA95F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582" y="365125"/>
            <a:ext cx="10393218" cy="1325563"/>
          </a:xfrm>
        </p:spPr>
        <p:txBody>
          <a:bodyPr anchor="ctr"/>
          <a:lstStyle/>
          <a:p>
            <a:r>
              <a:rPr lang="en-US" dirty="0">
                <a:solidFill>
                  <a:srgbClr val="FF0000"/>
                </a:solidFill>
              </a:rPr>
              <a:t>                  </a:t>
            </a:r>
            <a:r>
              <a:rPr lang="en-US" b="1" u="sng" dirty="0">
                <a:solidFill>
                  <a:srgbClr val="FF0000"/>
                </a:solidFill>
              </a:rPr>
              <a:t>PROJECT  OVERVIEW</a:t>
            </a:r>
            <a:r>
              <a:rPr lang="en-US" u="sng" dirty="0">
                <a:solidFill>
                  <a:srgbClr val="FF0000"/>
                </a:solidFill>
              </a:rPr>
              <a:t>     </a:t>
            </a:r>
            <a:endParaRPr lang="en-US" b="1" u="sng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B86D029-5871-7852-863B-5F09390B0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5455"/>
            <a:ext cx="11067473" cy="479150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EMPLOYEE  BURNOUT  IS  A  STATE  OF  EMOTIONAL,  PHYSICAL,  AND  MENTAL EXHAUSTION  CAUSED  BY  PROLONGED  OR  EXCESSIVE  STRESS. THIS  CONDITION  CAN  HAVE  DETRIMENTAL EFFCTS  ON  INDIVIDAL  WELL-BEING  AND  ORGANIZATION  PRODUCTIVITY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u="sng" dirty="0">
                <a:solidFill>
                  <a:srgbClr val="C00000"/>
                </a:solidFill>
              </a:rPr>
              <a:t>EMOTIONAL EXHAUSTION: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Feeling emotionally drained, depleted and lacking in energy.</a:t>
            </a:r>
          </a:p>
          <a:p>
            <a:pPr marL="0" indent="0">
              <a:buNone/>
            </a:pPr>
            <a:r>
              <a:rPr lang="en-IN" b="1" u="sng" dirty="0">
                <a:solidFill>
                  <a:srgbClr val="C00000"/>
                </a:solidFill>
              </a:rPr>
              <a:t>DEPRESONALIZATION: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Developing a cynical and detached attitude towards work.</a:t>
            </a:r>
          </a:p>
          <a:p>
            <a:pPr marL="0" indent="0">
              <a:buNone/>
            </a:pPr>
            <a:r>
              <a:rPr lang="en-IN" b="1" u="sng" dirty="0">
                <a:solidFill>
                  <a:srgbClr val="C00000"/>
                </a:solidFill>
              </a:rPr>
              <a:t>REDUCED PERSONAL  ACCOMPLISHMENT</a:t>
            </a:r>
            <a:r>
              <a:rPr lang="en-IN" dirty="0"/>
              <a:t>: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Experiencing feelings of inadequacy and failure in one’s work.</a:t>
            </a:r>
          </a:p>
          <a:p>
            <a:pPr marL="0" indent="0">
              <a:buNone/>
            </a:pPr>
            <a:r>
              <a:rPr lang="en-IN" b="1" u="sng" dirty="0">
                <a:solidFill>
                  <a:srgbClr val="C00000"/>
                </a:solidFill>
              </a:rPr>
              <a:t>PHYSICAL SYMPTOMS: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headache, fatigue and sleep disturbances.</a:t>
            </a:r>
          </a:p>
          <a:p>
            <a:pPr marL="0" indent="0">
              <a:buNone/>
            </a:pPr>
            <a:endParaRPr lang="en-IN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A0E024-490B-C622-E973-AB7BFC2FA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5564" y="2858511"/>
            <a:ext cx="3990109" cy="3318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653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B2EC1-B7BF-CE7B-C9A6-7635DA95F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z="2800" dirty="0">
                <a:solidFill>
                  <a:srgbClr val="FF0000"/>
                </a:solidFill>
              </a:rPr>
              <a:t>       </a:t>
            </a:r>
            <a:r>
              <a:rPr lang="en-US" sz="3200" u="sng" dirty="0">
                <a:solidFill>
                  <a:srgbClr val="FF0000"/>
                </a:solidFill>
              </a:rPr>
              <a:t>WHO ARE THE END USERS of this project</a:t>
            </a:r>
            <a:r>
              <a:rPr lang="en-US" sz="2800" dirty="0">
                <a:solidFill>
                  <a:srgbClr val="FF0000"/>
                </a:solidFill>
              </a:rPr>
              <a:t>?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BACB0-5504-CAD6-951C-D14217A08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4800" dirty="0"/>
              <a:t>        </a:t>
            </a:r>
          </a:p>
          <a:p>
            <a:pPr marL="0" indent="0">
              <a:buNone/>
            </a:pPr>
            <a:r>
              <a:rPr lang="en-US" sz="4800" dirty="0"/>
              <a:t>                EMPLOYEES</a:t>
            </a:r>
          </a:p>
          <a:p>
            <a:endParaRPr lang="en-US" sz="3600" dirty="0"/>
          </a:p>
          <a:p>
            <a:pPr marL="0" indent="0">
              <a:buNone/>
            </a:pPr>
            <a:r>
              <a:rPr lang="en-US" sz="3600" dirty="0"/>
              <a:t>                  </a:t>
            </a:r>
            <a:r>
              <a:rPr lang="en-US" sz="4400" dirty="0"/>
              <a:t>ORGANISATION</a:t>
            </a:r>
          </a:p>
          <a:p>
            <a:pPr marL="0" indent="0">
              <a:buNone/>
            </a:pPr>
            <a:r>
              <a:rPr lang="en-US" sz="4400" dirty="0"/>
              <a:t>             </a:t>
            </a:r>
          </a:p>
          <a:p>
            <a:pPr marL="0" indent="0">
              <a:buNone/>
            </a:pPr>
            <a:r>
              <a:rPr lang="en-US" sz="4400" dirty="0"/>
              <a:t>                   OWNERS</a:t>
            </a:r>
          </a:p>
        </p:txBody>
      </p:sp>
    </p:spTree>
    <p:extLst>
      <p:ext uri="{BB962C8B-B14F-4D97-AF65-F5344CB8AC3E}">
        <p14:creationId xmlns:p14="http://schemas.microsoft.com/office/powerpoint/2010/main" val="72854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B2EC1-B7BF-CE7B-C9A6-7635DA95F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93812"/>
            <a:ext cx="11001206" cy="771570"/>
          </a:xfrm>
        </p:spPr>
        <p:txBody>
          <a:bodyPr anchor="ctr">
            <a:normAutofit fontScale="90000"/>
          </a:bodyPr>
          <a:lstStyle/>
          <a:p>
            <a:br>
              <a:rPr lang="en-US" sz="2800" dirty="0"/>
            </a:br>
            <a:r>
              <a:rPr lang="en-US" b="1" u="sng" dirty="0"/>
              <a:t>YOUR SOLUTION AND ITS VALUE PROPOSITION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BACB0-5504-CAD6-951C-D14217A08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382" y="1590168"/>
            <a:ext cx="9929091" cy="4958413"/>
          </a:xfrm>
        </p:spPr>
        <p:txBody>
          <a:bodyPr>
            <a:normAutofit fontScale="62500" lnSpcReduction="20000"/>
          </a:bodyPr>
          <a:lstStyle/>
          <a:p>
            <a:r>
              <a:rPr lang="en-US" sz="4000" b="1" u="sng" dirty="0">
                <a:solidFill>
                  <a:schemeClr val="tx1"/>
                </a:solidFill>
              </a:rPr>
              <a:t>change in behavior :</a:t>
            </a:r>
          </a:p>
          <a:p>
            <a:r>
              <a:rPr lang="en-US" sz="4000" i="1" dirty="0"/>
              <a:t>Increased absenteeism, decreased performance, or noticeable changes in attitude.</a:t>
            </a:r>
          </a:p>
          <a:p>
            <a:r>
              <a:rPr lang="en-US" sz="4000" b="1" u="sng" dirty="0">
                <a:solidFill>
                  <a:schemeClr val="tx1"/>
                </a:solidFill>
              </a:rPr>
              <a:t>Mental Exhaustion :</a:t>
            </a:r>
          </a:p>
          <a:p>
            <a:r>
              <a:rPr lang="en-US" sz="4000" i="1" dirty="0"/>
              <a:t> Difficulty concentrating, forgetfulness, or reduced problem-solving ability.</a:t>
            </a:r>
          </a:p>
          <a:p>
            <a:r>
              <a:rPr lang="en-US" sz="4000" b="1" u="sng" dirty="0"/>
              <a:t>Workload Management :</a:t>
            </a:r>
          </a:p>
          <a:p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i="1" dirty="0">
                <a:solidFill>
                  <a:schemeClr val="tx1"/>
                </a:solidFill>
              </a:rPr>
              <a:t>Ensure workloads are manageable and provide support during peak times.</a:t>
            </a:r>
          </a:p>
          <a:p>
            <a:r>
              <a:rPr lang="en-US" sz="4000" b="1" u="sng" dirty="0"/>
              <a:t>Build a Supportive Community : </a:t>
            </a:r>
          </a:p>
          <a:p>
            <a:r>
              <a:rPr lang="en-US" sz="4000" b="1" i="1" dirty="0">
                <a:solidFill>
                  <a:schemeClr val="tx1">
                    <a:lumMod val="95000"/>
                  </a:schemeClr>
                </a:solidFill>
              </a:rPr>
              <a:t>Foster a supportive and inclusive work environment where employees feel valued and connected.</a:t>
            </a:r>
          </a:p>
          <a:p>
            <a:pPr marL="0" indent="0">
              <a:buNone/>
            </a:pPr>
            <a:endParaRPr lang="en-US" sz="4000" b="1" i="1" dirty="0"/>
          </a:p>
          <a:p>
            <a:pPr marL="0" indent="0">
              <a:buNone/>
            </a:pPr>
            <a:endParaRPr lang="en-US" sz="4000" b="1" u="sng" dirty="0"/>
          </a:p>
          <a:p>
            <a:pPr marL="0" indent="0">
              <a:buNone/>
            </a:pPr>
            <a:endParaRPr lang="en-US" sz="4000" b="1" u="sng" dirty="0"/>
          </a:p>
        </p:txBody>
      </p:sp>
    </p:spTree>
    <p:extLst>
      <p:ext uri="{BB962C8B-B14F-4D97-AF65-F5344CB8AC3E}">
        <p14:creationId xmlns:p14="http://schemas.microsoft.com/office/powerpoint/2010/main" val="2076851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B2EC1-B7BF-CE7B-C9A6-7635DA95F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493812"/>
            <a:ext cx="11029616" cy="1188720"/>
          </a:xfrm>
        </p:spPr>
        <p:txBody>
          <a:bodyPr anchor="ctr">
            <a:no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  </a:t>
            </a:r>
            <a:r>
              <a:rPr lang="en-US" sz="4000" b="1" u="sng" dirty="0">
                <a:solidFill>
                  <a:srgbClr val="FF0000"/>
                </a:solidFill>
              </a:rPr>
              <a:t>How did you customize the project </a:t>
            </a:r>
            <a:br>
              <a:rPr lang="en-US" sz="4000" b="1" dirty="0">
                <a:solidFill>
                  <a:srgbClr val="FF0000"/>
                </a:solidFill>
              </a:rPr>
            </a:br>
            <a:r>
              <a:rPr lang="en-US" sz="4000" b="1" dirty="0">
                <a:solidFill>
                  <a:srgbClr val="FF0000"/>
                </a:solidFill>
              </a:rPr>
              <a:t>             </a:t>
            </a:r>
            <a:r>
              <a:rPr lang="en-US" sz="4000" b="1" u="sng" dirty="0">
                <a:solidFill>
                  <a:srgbClr val="FF0000"/>
                </a:solidFill>
              </a:rPr>
              <a:t>and make it your 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BACB0-5504-CAD6-951C-D14217A08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745" y="1847273"/>
            <a:ext cx="10178474" cy="4784436"/>
          </a:xfrm>
        </p:spPr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Workload:</a:t>
            </a:r>
          </a:p>
          <a:p>
            <a:pPr marL="0" indent="0">
              <a:buNone/>
            </a:pPr>
            <a:r>
              <a:rPr lang="en-US" sz="2000" dirty="0"/>
              <a:t> Excessive work demands, long hours, and high pressure contribute significantly to burnout.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    </a:t>
            </a:r>
            <a:r>
              <a:rPr lang="en-US" sz="2400" b="1" u="sng" dirty="0">
                <a:solidFill>
                  <a:srgbClr val="C00000"/>
                </a:solidFill>
              </a:rPr>
              <a:t>Community: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sz="2000" dirty="0"/>
              <a:t>Poor workplace relationships, isolation, and lack of support can increase burnout risk.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   </a:t>
            </a:r>
            <a:r>
              <a:rPr lang="en-US" sz="2400" b="1" u="sng" dirty="0">
                <a:solidFill>
                  <a:srgbClr val="C00000"/>
                </a:solidFill>
              </a:rPr>
              <a:t>Balance: </a:t>
            </a:r>
          </a:p>
          <a:p>
            <a:pPr marL="0" indent="0">
              <a:buNone/>
            </a:pPr>
            <a:r>
              <a:rPr lang="en-US" sz="2000" dirty="0"/>
              <a:t>  Poor balance between personal life and work responsibilities contributes significantly to burnout.</a:t>
            </a:r>
          </a:p>
          <a:p>
            <a:pPr marL="0" indent="0">
              <a:buNone/>
            </a:pPr>
            <a:r>
              <a:rPr lang="en-US" sz="2400" dirty="0"/>
              <a:t>  </a:t>
            </a:r>
            <a:r>
              <a:rPr lang="en-US" sz="2400" b="1" u="sng" dirty="0">
                <a:solidFill>
                  <a:srgbClr val="C00000"/>
                </a:solidFill>
              </a:rPr>
              <a:t>Health and Wellness:</a:t>
            </a:r>
            <a:endParaRPr lang="en-US" b="1" u="sng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000" dirty="0"/>
              <a:t> Poor physical and mental health, often exacerbated by workplace stress, is both a cause and effect of burnout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57386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B2EC1-B7BF-CE7B-C9A6-7635DA95F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671732"/>
            <a:ext cx="11029616" cy="1128191"/>
          </a:xfrm>
        </p:spPr>
        <p:txBody>
          <a:bodyPr anchor="ctr"/>
          <a:lstStyle/>
          <a:p>
            <a:r>
              <a:rPr lang="en-GB" dirty="0"/>
              <a:t>                             MODELLING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BACB0-5504-CAD6-951C-D14217A08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010653"/>
            <a:ext cx="11029615" cy="535353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</a:rPr>
              <a:t>                         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</a:rPr>
              <a:t>                       </a:t>
            </a:r>
            <a:r>
              <a:rPr lang="en-US" sz="4000" b="1" dirty="0">
                <a:solidFill>
                  <a:srgbClr val="FF0000"/>
                </a:solidFill>
              </a:rPr>
              <a:t> </a:t>
            </a:r>
            <a:r>
              <a:rPr lang="en-US" sz="4000" b="1" u="sng" dirty="0">
                <a:solidFill>
                  <a:srgbClr val="FF0000"/>
                </a:solidFill>
              </a:rPr>
              <a:t>LINEAR REGRESSION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</a:rPr>
              <a:t>   </a:t>
            </a:r>
            <a:r>
              <a:rPr lang="en-US" sz="2600" b="1" i="1" dirty="0">
                <a:solidFill>
                  <a:srgbClr val="0070C0"/>
                </a:solidFill>
              </a:rPr>
              <a:t>linear regression is a powerful statistical</a:t>
            </a:r>
          </a:p>
          <a:p>
            <a:pPr marL="0" indent="0">
              <a:buNone/>
            </a:pPr>
            <a:r>
              <a:rPr lang="en-US" sz="2600" b="1" i="1" dirty="0">
                <a:solidFill>
                  <a:srgbClr val="0070C0"/>
                </a:solidFill>
              </a:rPr>
              <a:t>  technique to model the relationship </a:t>
            </a:r>
          </a:p>
          <a:p>
            <a:pPr marL="0" indent="0">
              <a:buNone/>
            </a:pPr>
            <a:r>
              <a:rPr lang="en-US" sz="2600" b="1" i="1" dirty="0">
                <a:solidFill>
                  <a:srgbClr val="0070C0"/>
                </a:solidFill>
              </a:rPr>
              <a:t>  between a dependent variable And one</a:t>
            </a:r>
          </a:p>
          <a:p>
            <a:pPr marL="0" indent="0">
              <a:buNone/>
            </a:pPr>
            <a:r>
              <a:rPr lang="en-US" sz="2600" b="1" i="1" dirty="0">
                <a:solidFill>
                  <a:srgbClr val="0070C0"/>
                </a:solidFill>
              </a:rPr>
              <a:t>   or more independent variables it’s</a:t>
            </a:r>
          </a:p>
          <a:p>
            <a:pPr marL="0" indent="0">
              <a:buNone/>
            </a:pPr>
            <a:r>
              <a:rPr lang="en-US" sz="2600" b="1" i="1" dirty="0">
                <a:solidFill>
                  <a:srgbClr val="0070C0"/>
                </a:solidFill>
              </a:rPr>
              <a:t>   widely applied to understand and </a:t>
            </a:r>
          </a:p>
          <a:p>
            <a:pPr marL="0" indent="0">
              <a:buNone/>
            </a:pPr>
            <a:r>
              <a:rPr lang="en-US" sz="2600" b="1" i="1" dirty="0">
                <a:solidFill>
                  <a:srgbClr val="0070C0"/>
                </a:solidFill>
              </a:rPr>
              <a:t>  Predict outcomes in various</a:t>
            </a:r>
          </a:p>
          <a:p>
            <a:pPr marL="0" indent="0">
              <a:buNone/>
            </a:pPr>
            <a:r>
              <a:rPr lang="en-US" sz="2600" b="1" i="1" dirty="0">
                <a:solidFill>
                  <a:srgbClr val="0070C0"/>
                </a:solidFill>
              </a:rPr>
              <a:t>  Fields.  Including economics </a:t>
            </a:r>
          </a:p>
          <a:p>
            <a:pPr marL="0" indent="0">
              <a:buNone/>
            </a:pPr>
            <a:r>
              <a:rPr lang="en-US" sz="2600" b="1" i="1" dirty="0">
                <a:solidFill>
                  <a:srgbClr val="0070C0"/>
                </a:solidFill>
              </a:rPr>
              <a:t>   finance and healthcare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E3FAAF-B2B0-249B-FE41-A363BF9F2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1307" y="2484085"/>
            <a:ext cx="4331857" cy="3702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081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513B71-C51F-39E4-447E-E3CAE1130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81623" cy="1069039"/>
          </a:xfrm>
        </p:spPr>
        <p:txBody>
          <a:bodyPr>
            <a:normAutofit/>
          </a:bodyPr>
          <a:lstStyle/>
          <a:p>
            <a:r>
              <a:rPr lang="en-IN" dirty="0"/>
              <a:t>                                                     </a:t>
            </a:r>
            <a:r>
              <a:rPr lang="en-IN" sz="6700" dirty="0"/>
              <a:t>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0BE569-82D8-F752-6A82-3A46E9B443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1200" y="365125"/>
            <a:ext cx="5384800" cy="336203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092266-429E-93EB-AEB4-928F94FF0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407" y="3906105"/>
            <a:ext cx="6437745" cy="28687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3909E4-2F12-548C-763B-3906A7EEA4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7200" y="2046143"/>
            <a:ext cx="5157393" cy="386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589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7CC966D-14C8-1BBA-3019-7F03A45E7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 RESULTS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43AD996-F0A4-94C2-D5CC-8AF7C7ED8F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3299" y="2362431"/>
            <a:ext cx="6255778" cy="3630721"/>
          </a:xfr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E8F6094-551B-A282-4F28-125AED6E6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955" y="1874928"/>
            <a:ext cx="4971746" cy="230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586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B79CA-2EFA-8FC3-5732-538C0AB08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C5D69-6276-7B0D-03AD-AE17B6401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>
                <a:hlinkClick r:id="rId2"/>
              </a:rPr>
              <a:t>https://www.linkedin.com/in/lakshmi-kalyani-rasamsetti-404920316</a:t>
            </a:r>
            <a:endParaRPr lang="en-IN" dirty="0"/>
          </a:p>
          <a:p>
            <a:r>
              <a:rPr lang="en-IN" dirty="0"/>
              <a:t>Linked link</a:t>
            </a:r>
          </a:p>
          <a:p>
            <a:r>
              <a:rPr lang="en-IN" dirty="0">
                <a:hlinkClick r:id="rId3"/>
              </a:rPr>
              <a:t>https://skills.yourlearning.ibm.com/activity/PLAN-3E9AB40DB051</a:t>
            </a:r>
            <a:endParaRPr lang="en-IN" dirty="0"/>
          </a:p>
          <a:p>
            <a:r>
              <a:rPr lang="en-IN" dirty="0"/>
              <a:t>Learning plan link</a:t>
            </a:r>
          </a:p>
          <a:p>
            <a:r>
              <a:rPr lang="en-IN" dirty="0">
                <a:hlinkClick r:id="rId4"/>
              </a:rPr>
              <a:t>https://colab.research.google.com/drive/1ABVIficcZyuNAO9XJSMcyTcAdc828OSG?usp=sharing</a:t>
            </a:r>
            <a:endParaRPr lang="en-IN" dirty="0"/>
          </a:p>
          <a:p>
            <a:r>
              <a:rPr lang="en-IN" dirty="0"/>
              <a:t>Project of GitHub link</a:t>
            </a:r>
          </a:p>
          <a:p>
            <a:r>
              <a:rPr lang="en-IN" dirty="0">
                <a:hlinkClick r:id="rId5"/>
              </a:rPr>
              <a:t>https://skills.yourlearning.ibm.com/activity/PLAN-04138CD348A7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Orientation certificate link</a:t>
            </a:r>
          </a:p>
        </p:txBody>
      </p:sp>
    </p:spTree>
    <p:extLst>
      <p:ext uri="{BB962C8B-B14F-4D97-AF65-F5344CB8AC3E}">
        <p14:creationId xmlns:p14="http://schemas.microsoft.com/office/powerpoint/2010/main" val="493021724"/>
      </p:ext>
    </p:extLst>
  </p:cSld>
  <p:clrMapOvr>
    <a:masterClrMapping/>
  </p:clrMapOvr>
</p:sld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5.xml><?xml version="1.0" encoding="utf-8"?>
<a:theme xmlns:a="http://schemas.openxmlformats.org/drawingml/2006/main" name="1_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6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7.xml><?xml version="1.0" encoding="utf-8"?>
<a:theme xmlns:a="http://schemas.openxmlformats.org/drawingml/2006/main" name="3_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8.xml><?xml version="1.0" encoding="utf-8"?>
<a:theme xmlns:a="http://schemas.openxmlformats.org/drawingml/2006/main" name="4_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9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1E7CA09-9778-4414-AE97-8064B12DA30E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D289AE2-D2AE-49D1-AFAC-3A79F6794255}">
  <ds:schemaRefs>
    <ds:schemaRef ds:uri="16c05727-aa75-4e4a-9b5f-8a80a1165891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441</TotalTime>
  <Words>656</Words>
  <Application>Microsoft Office PowerPoint</Application>
  <PresentationFormat>Widescreen</PresentationFormat>
  <Paragraphs>110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12</vt:i4>
      </vt:variant>
    </vt:vector>
  </HeadingPairs>
  <TitlesOfParts>
    <vt:vector size="29" baseType="lpstr">
      <vt:lpstr>Arial</vt:lpstr>
      <vt:lpstr>Calibri</vt:lpstr>
      <vt:lpstr>Calibri Light</vt:lpstr>
      <vt:lpstr>Century Gothic</vt:lpstr>
      <vt:lpstr>Trebuchet MS</vt:lpstr>
      <vt:lpstr>Tw Cen MT</vt:lpstr>
      <vt:lpstr>Tw Cen MT Condensed</vt:lpstr>
      <vt:lpstr>Wingdings 3</vt:lpstr>
      <vt:lpstr>Office Theme</vt:lpstr>
      <vt:lpstr>2_Facet</vt:lpstr>
      <vt:lpstr>2_Office Theme</vt:lpstr>
      <vt:lpstr>Facet</vt:lpstr>
      <vt:lpstr>1_Facet</vt:lpstr>
      <vt:lpstr>Integral</vt:lpstr>
      <vt:lpstr>3_Facet</vt:lpstr>
      <vt:lpstr>4_Facet</vt:lpstr>
      <vt:lpstr>Ion Boardroom</vt:lpstr>
      <vt:lpstr>                        STUDENT  DETAILS</vt:lpstr>
      <vt:lpstr>  PROJECT TITLE / PROBLEM STATEMENT</vt:lpstr>
      <vt:lpstr>                           AGENDA</vt:lpstr>
      <vt:lpstr>               AGENDA (2ND PART)</vt:lpstr>
      <vt:lpstr>                  PROJECT  OVERVIEW     </vt:lpstr>
      <vt:lpstr>       WHO ARE THE END USERS of this project?</vt:lpstr>
      <vt:lpstr> YOUR SOLUTION AND ITS VALUE PROPOSITION</vt:lpstr>
      <vt:lpstr>  How did you customize the project               and make it your own</vt:lpstr>
      <vt:lpstr>                             MODELLING</vt:lpstr>
      <vt:lpstr>                                                     RESULTS</vt:lpstr>
      <vt:lpstr>                            RESULTS</vt:lpstr>
      <vt:lpstr>Links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kalyani kalyani</cp:lastModifiedBy>
  <cp:revision>14</cp:revision>
  <dcterms:created xsi:type="dcterms:W3CDTF">2021-05-26T16:50:10Z</dcterms:created>
  <dcterms:modified xsi:type="dcterms:W3CDTF">2024-07-12T15:54:17Z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